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E015B-372C-832D-9AA9-3D4CA85FB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FBFAD4A-36F8-07E2-F529-115304342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98A36D4-B281-96E9-08C6-5C8F967B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FC8070E-0EB6-A2CC-CE01-546BE3BE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699FB75-372A-A42A-C36F-AC15650B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0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2D774-F2B8-0612-76B7-88ED503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BDA3D0C-2A3C-6093-F3FF-D7E56386E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F7FDDC4-5563-74AA-8302-5F06B03A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A17A2E3-8531-EBD1-3E9E-54FCD27C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3CE03E-8FBC-5CA0-F992-D1F59470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8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DD6E69-681A-1646-A613-762ECCA8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13465FB-D526-1D08-08FF-435FEC751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FCFBDC-F942-2F88-5B64-F343D29A0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BFC85E-3B36-E001-6ACA-64D0497D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7E90A3-EFFC-CFB0-B9E2-F931DEEF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62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1516DC-BF9B-09E9-5903-F3BB27C6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206AEA-86D2-EDDE-F0E3-EB1CA412E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C1935D8-5728-61C8-CFBC-3E93F7304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1DAAB50-80A8-A66E-3953-BA7FDDA89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528B03-6C81-1159-E0BD-9420F4C9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78F3192-9FE6-DF48-281D-3D7D7B7D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0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C96BE-520C-3AF7-2258-079F5EA71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8A5BF59-75C0-8720-D078-929B67126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6AC0524-1019-CAC4-8BDA-EFFD299E3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5698EAF-A6FA-D1FA-19C7-DC7B9918A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3D8E287-21EA-CC30-9DD7-04032925A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3A3EACD-EC82-AC66-E8E3-ED4ABC84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D3646F1-EB02-B087-7525-2CA0F21C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BCD875F-9DDA-CA30-52B1-7912DD17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0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1F2645-D6A9-F8F7-A3FD-B872F4F5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F63A2EB-2CB2-6E0D-D6DA-29EE73CF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0A3D48C-3194-591B-1076-2099725B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67308F0-F55C-6E10-EBB7-83F13C0F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7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B0CE444-B78F-79EA-EF44-B7492FF9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699407D-F125-ADCB-AE8C-4DA06B84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E91431-64C7-6394-F8C6-3DF59A5E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1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8E420-930F-846B-D567-4AC2A032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E3EACD5-58EE-AFFD-607E-FE9FC3086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42BE890-DC17-F5FC-ED30-3D504BDEB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96D5AF2-DDC3-154E-EA6C-25E71377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A088539-3E4A-0DDF-82BA-6CC17451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F668E15-6230-607F-AD32-371572FB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3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BFD57-7DA3-B199-6F92-744F1A7E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D82CC83-CC51-2052-5A24-E92FE3642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832DA42-EE39-DDF2-4ACA-53C473A76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5842715-F10D-B102-5050-CF1BE0A6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C9F3F4B-D942-DE3A-B621-B74FFA68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A72D5C1-8096-031A-6234-B66951D3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1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881E9-587C-97C7-7F6F-6FB52C85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C848238-E9E0-1425-DCFE-812A643F8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5C8B8D-7332-CC4D-00F0-619A2D32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6AD3C4-A28B-BEBF-8484-3219DF92C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0400159-AC40-5A06-28DD-A05DD7DF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1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8408868-DA42-79B5-09DA-39E0AA80B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21EA478-1DDB-744C-DA01-148443394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EF295D6-7D9A-91A0-A4E0-F4EDDB1D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B27DA0B-13DD-F6E4-6089-DCC8A67B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69DAD9-FD4A-03A7-923A-27004A6C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6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rgbClr val="FF0000">
                <a:lumMod val="100000"/>
              </a:srgbClr>
            </a:gs>
            <a:gs pos="100000">
              <a:srgbClr val="FFC000"/>
            </a:gs>
          </a:gsLst>
          <a:path path="circle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719F950-9088-72CA-70DF-C0ABBD339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C590571-217E-3803-128A-5218EC2E0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9920B1B-081E-4D62-6BC8-8A315B48A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61B27-DFC8-4A1A-B1BE-A0B3E4C13668}" type="datetimeFigureOut">
              <a:rPr lang="en-US" smtClean="0"/>
              <a:t>1/26/2023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13AE309-0CBB-7CBD-9F21-FD4B30280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B1546B-A912-F1F6-CC54-3A5F25F4D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728CE-2F37-4A59-BCE3-A826D6D45DE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DE85D-9C7F-63BD-7BAF-36520E3BCB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NFT hype is a bust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EFFA14A-A9C5-6A13-8E89-A7426E12C9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142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239BFC8B-95D1-2738-3BFE-DBD400998E45}"/>
              </a:ext>
            </a:extLst>
          </p:cNvPr>
          <p:cNvGrpSpPr/>
          <p:nvPr/>
        </p:nvGrpSpPr>
        <p:grpSpPr>
          <a:xfrm>
            <a:off x="0" y="-1528627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9A93DF5B-E37A-0D47-3DEF-CC755983BC6C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C9B536DD-735C-17FA-6AC4-2A1BE383BF37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D594D85E-C016-C1BA-67DD-2FE45223F0F7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05D5EBDF-7222-B69C-ED0F-5C6AB2E99ECF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Stroomdiagram: Gegevens 8">
              <a:extLst>
                <a:ext uri="{FF2B5EF4-FFF2-40B4-BE49-F238E27FC236}">
                  <a16:creationId xmlns:a16="http://schemas.microsoft.com/office/drawing/2014/main" id="{74017F98-5E69-D239-454D-1B5FADCA21A6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86BDEB2-0C1F-23F5-ED77-16AE50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latin typeface="Agency FB" panose="020B0503020202020204" pitchFamily="34" charset="0"/>
            </a:endParaRPr>
          </a:p>
        </p:txBody>
      </p:sp>
      <p:pic>
        <p:nvPicPr>
          <p:cNvPr id="20" name="Tijdelijke aanduiding voor inhoud 19">
            <a:extLst>
              <a:ext uri="{FF2B5EF4-FFF2-40B4-BE49-F238E27FC236}">
                <a16:creationId xmlns:a16="http://schemas.microsoft.com/office/drawing/2014/main" id="{28889C55-203E-C094-6F40-707DBEC270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b="8574"/>
          <a:stretch/>
        </p:blipFill>
        <p:spPr>
          <a:xfrm>
            <a:off x="1481500" y="1825625"/>
            <a:ext cx="3895000" cy="3978275"/>
          </a:xfrm>
        </p:spPr>
      </p:pic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4277845F-55D5-6065-6216-472910E684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14DD621E-EDF2-87FA-2DDB-5B7BE917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119" y="1825625"/>
            <a:ext cx="4529279" cy="570011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C1020D5C-21B8-5538-36FD-4B641A270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464" y="2395636"/>
            <a:ext cx="4404588" cy="370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9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239BFC8B-95D1-2738-3BFE-DBD400998E45}"/>
              </a:ext>
            </a:extLst>
          </p:cNvPr>
          <p:cNvGrpSpPr/>
          <p:nvPr/>
        </p:nvGrpSpPr>
        <p:grpSpPr>
          <a:xfrm>
            <a:off x="0" y="-1528627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9A93DF5B-E37A-0D47-3DEF-CC755983BC6C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C9B536DD-735C-17FA-6AC4-2A1BE383BF37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D594D85E-C016-C1BA-67DD-2FE45223F0F7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05D5EBDF-7222-B69C-ED0F-5C6AB2E99ECF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Stroomdiagram: Gegevens 8">
              <a:extLst>
                <a:ext uri="{FF2B5EF4-FFF2-40B4-BE49-F238E27FC236}">
                  <a16:creationId xmlns:a16="http://schemas.microsoft.com/office/drawing/2014/main" id="{74017F98-5E69-D239-454D-1B5FADCA21A6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86BDEB2-0C1F-23F5-ED77-16AE50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What are NFTs?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9D339A-5250-2517-3E91-18F901BB8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 digital item</a:t>
            </a:r>
          </a:p>
          <a:p>
            <a:r>
              <a:rPr lang="en-US" dirty="0"/>
              <a:t>Blockchain</a:t>
            </a:r>
          </a:p>
          <a:p>
            <a:r>
              <a:rPr lang="en-US" dirty="0"/>
              <a:t>Unique identification codes for authenticity</a:t>
            </a:r>
          </a:p>
        </p:txBody>
      </p:sp>
    </p:spTree>
    <p:extLst>
      <p:ext uri="{BB962C8B-B14F-4D97-AF65-F5344CB8AC3E}">
        <p14:creationId xmlns:p14="http://schemas.microsoft.com/office/powerpoint/2010/main" val="348379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239BFC8B-95D1-2738-3BFE-DBD400998E45}"/>
              </a:ext>
            </a:extLst>
          </p:cNvPr>
          <p:cNvGrpSpPr/>
          <p:nvPr/>
        </p:nvGrpSpPr>
        <p:grpSpPr>
          <a:xfrm>
            <a:off x="0" y="-1509444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9A93DF5B-E37A-0D47-3DEF-CC755983BC6C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C9B536DD-735C-17FA-6AC4-2A1BE383BF37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D594D85E-C016-C1BA-67DD-2FE45223F0F7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05D5EBDF-7222-B69C-ED0F-5C6AB2E99ECF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</p:txBody>
        </p:sp>
        <p:sp>
          <p:nvSpPr>
            <p:cNvPr id="9" name="Stroomdiagram: Gegevens 8">
              <a:extLst>
                <a:ext uri="{FF2B5EF4-FFF2-40B4-BE49-F238E27FC236}">
                  <a16:creationId xmlns:a16="http://schemas.microsoft.com/office/drawing/2014/main" id="{74017F98-5E69-D239-454D-1B5FADCA21A6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86BDEB2-0C1F-23F5-ED77-16AE50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NFTs VS cryptocurrencies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7804D6E5-55BC-DC8B-C81F-DBA27221C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NFTs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9D339A-5250-2517-3E91-18F901BB82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Cannot be traded at equivalency</a:t>
            </a:r>
          </a:p>
          <a:p>
            <a:r>
              <a:rPr lang="en-US" dirty="0"/>
              <a:t>Is a digital item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DF19295D-A268-E15D-42ED-E0889D3D3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Cryptocurrencies</a:t>
            </a:r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093F7599-EB1C-A4B9-B042-09B55C1C6BC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Can be replicated</a:t>
            </a:r>
          </a:p>
          <a:p>
            <a:r>
              <a:rPr lang="en-US" dirty="0"/>
              <a:t>Is a digital currency</a:t>
            </a:r>
          </a:p>
          <a:p>
            <a:r>
              <a:rPr lang="en-US" dirty="0"/>
              <a:t>Can be divided in smaller parts</a:t>
            </a:r>
          </a:p>
        </p:txBody>
      </p:sp>
    </p:spTree>
    <p:extLst>
      <p:ext uri="{BB962C8B-B14F-4D97-AF65-F5344CB8AC3E}">
        <p14:creationId xmlns:p14="http://schemas.microsoft.com/office/powerpoint/2010/main" val="17440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101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239BFC8B-95D1-2738-3BFE-DBD400998E45}"/>
              </a:ext>
            </a:extLst>
          </p:cNvPr>
          <p:cNvGrpSpPr/>
          <p:nvPr/>
        </p:nvGrpSpPr>
        <p:grpSpPr>
          <a:xfrm>
            <a:off x="0" y="-1528627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9A93DF5B-E37A-0D47-3DEF-CC755983BC6C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C9B536DD-735C-17FA-6AC4-2A1BE383BF37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D594D85E-C016-C1BA-67DD-2FE45223F0F7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05D5EBDF-7222-B69C-ED0F-5C6AB2E99ECF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Stroomdiagram: Gegevens 8">
              <a:extLst>
                <a:ext uri="{FF2B5EF4-FFF2-40B4-BE49-F238E27FC236}">
                  <a16:creationId xmlns:a16="http://schemas.microsoft.com/office/drawing/2014/main" id="{74017F98-5E69-D239-454D-1B5FADCA21A6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86BDEB2-0C1F-23F5-ED77-16AE50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NFTs are dying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9D339A-5250-2517-3E91-18F901BB8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investors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dropping</a:t>
            </a:r>
          </a:p>
          <a:p>
            <a:r>
              <a:rPr lang="en-US" dirty="0"/>
              <a:t>Investing in safer vehicles</a:t>
            </a:r>
          </a:p>
          <a:p>
            <a:r>
              <a:rPr lang="en-US" dirty="0"/>
              <a:t>Less interest in this market</a:t>
            </a:r>
          </a:p>
          <a:p>
            <a:r>
              <a:rPr lang="en-US" dirty="0"/>
              <a:t>Sales volume is dropping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4680B45-B2EF-E770-3667-A7E861F9D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662" y="4916031"/>
            <a:ext cx="5184647" cy="176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5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239BFC8B-95D1-2738-3BFE-DBD400998E45}"/>
              </a:ext>
            </a:extLst>
          </p:cNvPr>
          <p:cNvGrpSpPr/>
          <p:nvPr/>
        </p:nvGrpSpPr>
        <p:grpSpPr>
          <a:xfrm>
            <a:off x="0" y="-1528627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9A93DF5B-E37A-0D47-3DEF-CC755983BC6C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C9B536DD-735C-17FA-6AC4-2A1BE383BF37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D594D85E-C016-C1BA-67DD-2FE45223F0F7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05D5EBDF-7222-B69C-ED0F-5C6AB2E99ECF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Stroomdiagram: Gegevens 8">
              <a:extLst>
                <a:ext uri="{FF2B5EF4-FFF2-40B4-BE49-F238E27FC236}">
                  <a16:creationId xmlns:a16="http://schemas.microsoft.com/office/drawing/2014/main" id="{74017F98-5E69-D239-454D-1B5FADCA21A6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86BDEB2-0C1F-23F5-ED77-16AE50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Summary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9D339A-5250-2517-3E91-18F901BB8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NFT </a:t>
            </a:r>
            <a:r>
              <a:rPr lang="en-US" dirty="0">
                <a:sym typeface="Wingdings" panose="05000000000000000000" pitchFamily="2" charset="2"/>
              </a:rPr>
              <a:t> unique digital item</a:t>
            </a:r>
          </a:p>
          <a:p>
            <a:r>
              <a:rPr lang="en-US" dirty="0"/>
              <a:t>Uses the blockchain</a:t>
            </a:r>
          </a:p>
          <a:p>
            <a:r>
              <a:rPr lang="en-US" dirty="0"/>
              <a:t>NFTs </a:t>
            </a:r>
            <a:r>
              <a:rPr lang="nl-BE" dirty="0"/>
              <a:t>≠ </a:t>
            </a:r>
            <a:r>
              <a:rPr lang="en-US" dirty="0"/>
              <a:t>Cryptocurrencies</a:t>
            </a:r>
            <a:endParaRPr lang="nl-BE" dirty="0"/>
          </a:p>
          <a:p>
            <a:r>
              <a:rPr lang="en-US" dirty="0"/>
              <a:t>Number of investors are dropping</a:t>
            </a:r>
          </a:p>
          <a:p>
            <a:r>
              <a:rPr lang="en-US" dirty="0"/>
              <a:t>Less interest in this market</a:t>
            </a:r>
          </a:p>
          <a:p>
            <a:r>
              <a:rPr lang="en-US" dirty="0"/>
              <a:t>Sales volume is dropping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96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239BFC8B-95D1-2738-3BFE-DBD400998E45}"/>
              </a:ext>
            </a:extLst>
          </p:cNvPr>
          <p:cNvGrpSpPr/>
          <p:nvPr/>
        </p:nvGrpSpPr>
        <p:grpSpPr>
          <a:xfrm>
            <a:off x="0" y="-1528627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9A93DF5B-E37A-0D47-3DEF-CC755983BC6C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C9B536DD-735C-17FA-6AC4-2A1BE383BF37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D594D85E-C016-C1BA-67DD-2FE45223F0F7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05D5EBDF-7222-B69C-ED0F-5C6AB2E99ECF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Stroomdiagram: Gegevens 8">
              <a:extLst>
                <a:ext uri="{FF2B5EF4-FFF2-40B4-BE49-F238E27FC236}">
                  <a16:creationId xmlns:a16="http://schemas.microsoft.com/office/drawing/2014/main" id="{74017F98-5E69-D239-454D-1B5FADCA21A6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86BDEB2-0C1F-23F5-ED77-16AE50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Q&amp;A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9D339A-5250-2517-3E91-18F901BB8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Now I will answer some questions</a:t>
            </a:r>
          </a:p>
        </p:txBody>
      </p:sp>
    </p:spTree>
    <p:extLst>
      <p:ext uri="{BB962C8B-B14F-4D97-AF65-F5344CB8AC3E}">
        <p14:creationId xmlns:p14="http://schemas.microsoft.com/office/powerpoint/2010/main" val="301523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1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ep 3">
            <a:extLst>
              <a:ext uri="{FF2B5EF4-FFF2-40B4-BE49-F238E27FC236}">
                <a16:creationId xmlns:a16="http://schemas.microsoft.com/office/drawing/2014/main" id="{239BFC8B-95D1-2738-3BFE-DBD400998E45}"/>
              </a:ext>
            </a:extLst>
          </p:cNvPr>
          <p:cNvGrpSpPr/>
          <p:nvPr/>
        </p:nvGrpSpPr>
        <p:grpSpPr>
          <a:xfrm>
            <a:off x="0" y="-1528627"/>
            <a:ext cx="5291886" cy="4708359"/>
            <a:chOff x="589547" y="1247273"/>
            <a:chExt cx="5291886" cy="4708359"/>
          </a:xfrm>
          <a:solidFill>
            <a:schemeClr val="bg1">
              <a:alpha val="15000"/>
            </a:schemeClr>
          </a:solidFill>
        </p:grpSpPr>
        <p:sp>
          <p:nvSpPr>
            <p:cNvPr id="5" name="Stroomdiagram: Gegevens 4">
              <a:extLst>
                <a:ext uri="{FF2B5EF4-FFF2-40B4-BE49-F238E27FC236}">
                  <a16:creationId xmlns:a16="http://schemas.microsoft.com/office/drawing/2014/main" id="{9A93DF5B-E37A-0D47-3DEF-CC755983BC6C}"/>
                </a:ext>
              </a:extLst>
            </p:cNvPr>
            <p:cNvSpPr/>
            <p:nvPr/>
          </p:nvSpPr>
          <p:spPr>
            <a:xfrm>
              <a:off x="589547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Stroomdiagram: Gegevens 5">
              <a:extLst>
                <a:ext uri="{FF2B5EF4-FFF2-40B4-BE49-F238E27FC236}">
                  <a16:creationId xmlns:a16="http://schemas.microsoft.com/office/drawing/2014/main" id="{C9B536DD-735C-17FA-6AC4-2A1BE383BF37}"/>
                </a:ext>
              </a:extLst>
            </p:cNvPr>
            <p:cNvSpPr/>
            <p:nvPr/>
          </p:nvSpPr>
          <p:spPr>
            <a:xfrm>
              <a:off x="1612732" y="1247273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Stroomdiagram: Gegevens 6">
              <a:extLst>
                <a:ext uri="{FF2B5EF4-FFF2-40B4-BE49-F238E27FC236}">
                  <a16:creationId xmlns:a16="http://schemas.microsoft.com/office/drawing/2014/main" id="{D594D85E-C016-C1BA-67DD-2FE45223F0F7}"/>
                </a:ext>
              </a:extLst>
            </p:cNvPr>
            <p:cNvSpPr/>
            <p:nvPr/>
          </p:nvSpPr>
          <p:spPr>
            <a:xfrm>
              <a:off x="2507078" y="25627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Stroomdiagram: Gegevens 7">
              <a:extLst>
                <a:ext uri="{FF2B5EF4-FFF2-40B4-BE49-F238E27FC236}">
                  <a16:creationId xmlns:a16="http://schemas.microsoft.com/office/drawing/2014/main" id="{05D5EBDF-7222-B69C-ED0F-5C6AB2E99ECF}"/>
                </a:ext>
              </a:extLst>
            </p:cNvPr>
            <p:cNvSpPr/>
            <p:nvPr/>
          </p:nvSpPr>
          <p:spPr>
            <a:xfrm>
              <a:off x="3644063" y="2105526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Stroomdiagram: Gegevens 8">
              <a:extLst>
                <a:ext uri="{FF2B5EF4-FFF2-40B4-BE49-F238E27FC236}">
                  <a16:creationId xmlns:a16="http://schemas.microsoft.com/office/drawing/2014/main" id="{74017F98-5E69-D239-454D-1B5FADCA21A6}"/>
                </a:ext>
              </a:extLst>
            </p:cNvPr>
            <p:cNvSpPr/>
            <p:nvPr/>
          </p:nvSpPr>
          <p:spPr>
            <a:xfrm>
              <a:off x="4744448" y="1546057"/>
              <a:ext cx="1136985" cy="339290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86BDEB2-0C1F-23F5-ED77-16AE50E3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695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gency FB" panose="020B0503020202020204" pitchFamily="34" charset="0"/>
              </a:rPr>
              <a:t>The end of my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4505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106</Words>
  <Application>Microsoft Office PowerPoint</Application>
  <PresentationFormat>Breedbeeld</PresentationFormat>
  <Paragraphs>29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Agency FB</vt:lpstr>
      <vt:lpstr>Arial</vt:lpstr>
      <vt:lpstr>Calibri</vt:lpstr>
      <vt:lpstr>Calibri Light</vt:lpstr>
      <vt:lpstr>Kantoorthema</vt:lpstr>
      <vt:lpstr>NFT hype is a bust</vt:lpstr>
      <vt:lpstr>PowerPoint-presentatie</vt:lpstr>
      <vt:lpstr>What are NFTs?</vt:lpstr>
      <vt:lpstr>NFTs VS cryptocurrencies</vt:lpstr>
      <vt:lpstr>NFTs are dying</vt:lpstr>
      <vt:lpstr>Summary</vt:lpstr>
      <vt:lpstr>Q&amp;A</vt:lpstr>
      <vt:lpstr>The end of my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NFT hype is a bust</dc:title>
  <dc:creator>Alexander Bal</dc:creator>
  <cp:lastModifiedBy>Alexander Bal</cp:lastModifiedBy>
  <cp:revision>5</cp:revision>
  <dcterms:created xsi:type="dcterms:W3CDTF">2023-01-24T14:37:15Z</dcterms:created>
  <dcterms:modified xsi:type="dcterms:W3CDTF">2023-01-26T16:16:53Z</dcterms:modified>
</cp:coreProperties>
</file>