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D296-E80E-4032-8473-FE746E7EEC82}" type="datetimeFigureOut">
              <a:rPr lang="nl-BE" smtClean="0"/>
              <a:t>30/05/2021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AA12-034A-46AE-85CB-4E78DD6BFB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49666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D296-E80E-4032-8473-FE746E7EEC82}" type="datetimeFigureOut">
              <a:rPr lang="nl-BE" smtClean="0"/>
              <a:t>30/05/2021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AA12-034A-46AE-85CB-4E78DD6BFB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1269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D296-E80E-4032-8473-FE746E7EEC82}" type="datetimeFigureOut">
              <a:rPr lang="nl-BE" smtClean="0"/>
              <a:t>30/05/2021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AA12-034A-46AE-85CB-4E78DD6BFB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7566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D296-E80E-4032-8473-FE746E7EEC82}" type="datetimeFigureOut">
              <a:rPr lang="nl-BE" smtClean="0"/>
              <a:t>30/05/2021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AA12-034A-46AE-85CB-4E78DD6BFB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80252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D296-E80E-4032-8473-FE746E7EEC82}" type="datetimeFigureOut">
              <a:rPr lang="nl-BE" smtClean="0"/>
              <a:t>30/05/2021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AA12-034A-46AE-85CB-4E78DD6BFB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85454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D296-E80E-4032-8473-FE746E7EEC82}" type="datetimeFigureOut">
              <a:rPr lang="nl-BE" smtClean="0"/>
              <a:t>30/05/2021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AA12-034A-46AE-85CB-4E78DD6BFB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474652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D296-E80E-4032-8473-FE746E7EEC82}" type="datetimeFigureOut">
              <a:rPr lang="nl-BE" smtClean="0"/>
              <a:t>30/05/2021</a:t>
            </a:fld>
            <a:endParaRPr lang="nl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AA12-034A-46AE-85CB-4E78DD6BFB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03081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D296-E80E-4032-8473-FE746E7EEC82}" type="datetimeFigureOut">
              <a:rPr lang="nl-BE" smtClean="0"/>
              <a:t>30/05/2021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AA12-034A-46AE-85CB-4E78DD6BFB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54063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8FA0D296-E80E-4032-8473-FE746E7EEC82}" type="datetimeFigureOut">
              <a:rPr lang="nl-BE" smtClean="0"/>
              <a:t>30/05/2021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22E2AA12-034A-46AE-85CB-4E78DD6BFB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04715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che 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D296-E80E-4032-8473-FE746E7EEC82}" type="datetimeFigureOut">
              <a:rPr lang="nl-BE" smtClean="0"/>
              <a:t>30/05/2021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AA12-034A-46AE-85CB-4E78DD6BFB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49132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D296-E80E-4032-8473-FE746E7EEC82}" type="datetimeFigureOut">
              <a:rPr lang="nl-BE" smtClean="0"/>
              <a:t>30/05/2021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AA12-034A-46AE-85CB-4E78DD6BFB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584195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D296-E80E-4032-8473-FE746E7EEC82}" type="datetimeFigureOut">
              <a:rPr lang="nl-BE" smtClean="0"/>
              <a:t>30/05/2021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AA12-034A-46AE-85CB-4E78DD6BFB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020486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D296-E80E-4032-8473-FE746E7EEC82}" type="datetimeFigureOut">
              <a:rPr lang="nl-BE" smtClean="0"/>
              <a:t>30/05/2021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AA12-034A-46AE-85CB-4E78DD6BFB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919922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ferte 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D296-E80E-4032-8473-FE746E7EEC82}" type="datetimeFigureOut">
              <a:rPr lang="nl-BE" smtClean="0"/>
              <a:t>30/05/2021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AA12-034A-46AE-85CB-4E78DD6BFB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659995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ar of onwa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D296-E80E-4032-8473-FE746E7EEC82}" type="datetimeFigureOut">
              <a:rPr lang="nl-BE" smtClean="0"/>
              <a:t>30/05/2021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AA12-034A-46AE-85CB-4E78DD6BFB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809810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D296-E80E-4032-8473-FE746E7EEC82}" type="datetimeFigureOut">
              <a:rPr lang="nl-BE" smtClean="0"/>
              <a:t>30/05/2021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AA12-034A-46AE-85CB-4E78DD6BFB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315071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D296-E80E-4032-8473-FE746E7EEC82}" type="datetimeFigureOut">
              <a:rPr lang="nl-BE" smtClean="0"/>
              <a:t>30/05/2021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AA12-034A-46AE-85CB-4E78DD6BFB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09852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8FA0D296-E80E-4032-8473-FE746E7EEC82}" type="datetimeFigureOut">
              <a:rPr lang="nl-BE" smtClean="0"/>
              <a:t>30/05/2021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22E2AA12-034A-46AE-85CB-4E78DD6BFB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343178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0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073684-ADB5-4BD1-9EEA-00D188B225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Content Management System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1E0D603-DEA1-4109-BDFE-28542AE5A9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nl-BE" sz="2400" dirty="0">
                <a:latin typeface="Verdana" panose="020B0604030504040204" pitchFamily="34" charset="0"/>
                <a:ea typeface="Verdana" panose="020B0604030504040204" pitchFamily="34" charset="0"/>
              </a:rPr>
              <a:t>Alexander Bal</a:t>
            </a:r>
          </a:p>
        </p:txBody>
      </p:sp>
    </p:spTree>
    <p:extLst>
      <p:ext uri="{BB962C8B-B14F-4D97-AF65-F5344CB8AC3E}">
        <p14:creationId xmlns:p14="http://schemas.microsoft.com/office/powerpoint/2010/main" val="429631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2851D025-7E88-468D-A7FA-67FE875EB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nl-BE" sz="44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Content Management System?</a:t>
            </a:r>
          </a:p>
        </p:txBody>
      </p:sp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41AD7135-B882-458F-B808-60F505B55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00B0F0"/>
              </a:buClr>
            </a:pPr>
            <a:r>
              <a:rPr lang="nl-BE" sz="2200" dirty="0">
                <a:solidFill>
                  <a:srgbClr val="00B0F0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CMS</a:t>
            </a:r>
          </a:p>
          <a:p>
            <a:pPr>
              <a:buClr>
                <a:srgbClr val="00B0F0"/>
              </a:buClr>
            </a:pPr>
            <a:r>
              <a:rPr lang="nl-BE" sz="2200" dirty="0">
                <a:solidFill>
                  <a:srgbClr val="00B0F0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Gebruiksvriendelijk</a:t>
            </a:r>
          </a:p>
          <a:p>
            <a:pPr>
              <a:buClr>
                <a:srgbClr val="00B0F0"/>
              </a:buClr>
            </a:pPr>
            <a:r>
              <a:rPr lang="nl-BE" sz="2200" dirty="0" err="1">
                <a:solidFill>
                  <a:srgbClr val="00B0F0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Drag</a:t>
            </a:r>
            <a:r>
              <a:rPr lang="nl-BE" sz="2200" dirty="0">
                <a:solidFill>
                  <a:srgbClr val="00B0F0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and drop</a:t>
            </a:r>
          </a:p>
          <a:p>
            <a:pPr>
              <a:buClr>
                <a:srgbClr val="00B0F0"/>
              </a:buClr>
            </a:pPr>
            <a:endParaRPr lang="nl-BE" sz="2200" dirty="0">
              <a:solidFill>
                <a:srgbClr val="00B0F0"/>
              </a:solidFill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Clr>
                <a:srgbClr val="00B0F0"/>
              </a:buClr>
            </a:pPr>
            <a:endParaRPr lang="nl-BE" sz="2200" dirty="0">
              <a:solidFill>
                <a:srgbClr val="00B0F0"/>
              </a:solidFill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nl-BE" sz="2200" dirty="0">
              <a:solidFill>
                <a:srgbClr val="00B0F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766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93011C-0435-4CCC-9D15-C9095E9DF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nl-BE" sz="44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CMS onderdelen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367D091-AC9B-4677-B93B-23ADAB4E8E7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Clr>
                <a:srgbClr val="00B0F0"/>
              </a:buClr>
            </a:pPr>
            <a:r>
              <a:rPr lang="nl-BE" sz="22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Basisonderdelen</a:t>
            </a:r>
          </a:p>
          <a:p>
            <a:pPr lvl="1">
              <a:buClr>
                <a:srgbClr val="00B0F0"/>
              </a:buClr>
            </a:pPr>
            <a:r>
              <a:rPr lang="nl-BE" sz="20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Database</a:t>
            </a:r>
          </a:p>
          <a:p>
            <a:pPr lvl="1">
              <a:buClr>
                <a:srgbClr val="00B0F0"/>
              </a:buClr>
            </a:pPr>
            <a:r>
              <a:rPr lang="nl-BE" sz="20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Presentatiemodule</a:t>
            </a:r>
          </a:p>
          <a:p>
            <a:pPr lvl="1">
              <a:buClr>
                <a:srgbClr val="00B0F0"/>
              </a:buClr>
            </a:pPr>
            <a:r>
              <a:rPr lang="nl-BE" sz="20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Administratiemodule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DFC018D-E7E4-4DF8-BE7C-14A17131A0A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Clr>
                <a:srgbClr val="00B0F0"/>
              </a:buClr>
            </a:pPr>
            <a:r>
              <a:rPr lang="nl-BE" sz="22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Extraonderdelen</a:t>
            </a:r>
          </a:p>
          <a:p>
            <a:pPr lvl="1">
              <a:buClr>
                <a:srgbClr val="00B0F0"/>
              </a:buClr>
            </a:pPr>
            <a:r>
              <a:rPr lang="nl-BE" sz="20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Thema's</a:t>
            </a:r>
          </a:p>
          <a:p>
            <a:pPr lvl="1">
              <a:buClr>
                <a:srgbClr val="00B0F0"/>
              </a:buClr>
            </a:pPr>
            <a:r>
              <a:rPr lang="nl-BE" sz="2000" dirty="0" err="1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Plugins</a:t>
            </a:r>
            <a:endParaRPr lang="nl-BE" sz="2000" dirty="0">
              <a:solidFill>
                <a:srgbClr val="00B0F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072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012CA8-816A-4BF8-A056-30DAEEFDF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nl-BE" sz="4400" dirty="0" err="1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Wordpress</a:t>
            </a:r>
            <a:endParaRPr lang="nl-BE" sz="4400" dirty="0">
              <a:solidFill>
                <a:srgbClr val="00B0F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31ACA4C-9FB4-4769-96C9-385FE2E720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nl-BE" sz="22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Voordelen</a:t>
            </a:r>
          </a:p>
          <a:p>
            <a:pPr>
              <a:buClr>
                <a:srgbClr val="00B0F0"/>
              </a:buClr>
            </a:pPr>
            <a:r>
              <a:rPr lang="nl-BE" sz="22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Gebruiksvriendelijk</a:t>
            </a:r>
          </a:p>
          <a:p>
            <a:pPr>
              <a:buClr>
                <a:srgbClr val="00B0F0"/>
              </a:buClr>
            </a:pPr>
            <a:r>
              <a:rPr lang="nl-BE" sz="22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Continue ontwikkeling</a:t>
            </a:r>
          </a:p>
          <a:p>
            <a:pPr>
              <a:buClr>
                <a:srgbClr val="00B0F0"/>
              </a:buClr>
            </a:pPr>
            <a:r>
              <a:rPr lang="nl-BE" sz="22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Bespaar Kosten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3E6EEC3-8BAF-4D7C-BCAF-679134D06D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nl-BE" sz="22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Nadelen</a:t>
            </a:r>
          </a:p>
          <a:p>
            <a:pPr>
              <a:buClr>
                <a:srgbClr val="00B0F0"/>
              </a:buClr>
            </a:pPr>
            <a:r>
              <a:rPr lang="nl-BE" sz="22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Veiligheid</a:t>
            </a:r>
          </a:p>
          <a:p>
            <a:pPr>
              <a:buClr>
                <a:srgbClr val="00B0F0"/>
              </a:buClr>
            </a:pPr>
            <a:r>
              <a:rPr lang="nl-BE" sz="22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Snelheid</a:t>
            </a:r>
          </a:p>
          <a:p>
            <a:pPr>
              <a:buClr>
                <a:srgbClr val="00B0F0"/>
              </a:buClr>
            </a:pPr>
            <a:r>
              <a:rPr lang="nl-BE" sz="22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Compatibiliteit </a:t>
            </a:r>
            <a:r>
              <a:rPr lang="nl-BE" sz="2200" dirty="0" err="1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plugins</a:t>
            </a:r>
            <a:r>
              <a:rPr lang="nl-BE" sz="22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&amp; thema’s</a:t>
            </a:r>
          </a:p>
        </p:txBody>
      </p:sp>
    </p:spTree>
    <p:extLst>
      <p:ext uri="{BB962C8B-B14F-4D97-AF65-F5344CB8AC3E}">
        <p14:creationId xmlns:p14="http://schemas.microsoft.com/office/powerpoint/2010/main" val="3751774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B6EE88-A3DB-4D12-80BD-43A9CBEA4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nl-BE" sz="4400" dirty="0" err="1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Drupal</a:t>
            </a:r>
            <a:endParaRPr lang="nl-BE" sz="4400" dirty="0">
              <a:solidFill>
                <a:srgbClr val="00B0F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DD268A6-9FB0-4AC1-82C8-26E29F3268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nl-BE" sz="22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Voordelen</a:t>
            </a:r>
          </a:p>
          <a:p>
            <a:pPr>
              <a:buClr>
                <a:srgbClr val="00B0F0"/>
              </a:buClr>
            </a:pPr>
            <a:r>
              <a:rPr lang="nl-BE" sz="22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Aangepaste inhoudstypen</a:t>
            </a:r>
          </a:p>
          <a:p>
            <a:pPr>
              <a:buClr>
                <a:srgbClr val="00B0F0"/>
              </a:buClr>
            </a:pPr>
            <a:r>
              <a:rPr lang="nl-BE" sz="22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Toegangscontroles en gebruikersmachtigingen</a:t>
            </a:r>
          </a:p>
          <a:p>
            <a:pPr>
              <a:buClr>
                <a:srgbClr val="00B0F0"/>
              </a:buClr>
            </a:pPr>
            <a:r>
              <a:rPr lang="nl-BE" sz="22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Kernondersteuning voor meertalige sites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C283F0B-603C-45D9-902C-4FAA9B174F0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nl-BE" sz="22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Nadelen</a:t>
            </a:r>
          </a:p>
          <a:p>
            <a:pPr>
              <a:buClr>
                <a:srgbClr val="00B0F0"/>
              </a:buClr>
            </a:pPr>
            <a:r>
              <a:rPr lang="nl-BE" sz="22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geen vast ‘front end stramien’</a:t>
            </a:r>
          </a:p>
          <a:p>
            <a:pPr>
              <a:buClr>
                <a:srgbClr val="00B0F0"/>
              </a:buClr>
            </a:pPr>
            <a:r>
              <a:rPr lang="nl-BE" sz="22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beetje ingewikkeld</a:t>
            </a:r>
          </a:p>
          <a:p>
            <a:pPr>
              <a:buClr>
                <a:srgbClr val="00B0F0"/>
              </a:buClr>
            </a:pPr>
            <a:r>
              <a:rPr lang="nl-BE" sz="22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technische kennis nodig</a:t>
            </a:r>
          </a:p>
        </p:txBody>
      </p:sp>
    </p:spTree>
    <p:extLst>
      <p:ext uri="{BB962C8B-B14F-4D97-AF65-F5344CB8AC3E}">
        <p14:creationId xmlns:p14="http://schemas.microsoft.com/office/powerpoint/2010/main" val="492708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D1C16A-D1EF-4223-A2B5-45FD4F19A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nl-BE" sz="4400" dirty="0" err="1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Joomla</a:t>
            </a:r>
            <a:endParaRPr lang="nl-BE" sz="4400" dirty="0">
              <a:solidFill>
                <a:srgbClr val="00B0F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16385DB-85BF-43EE-8564-ED0513D8B9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nl-BE" sz="22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Voordelen</a:t>
            </a:r>
          </a:p>
          <a:p>
            <a:pPr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nl-BE" sz="22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Open Source</a:t>
            </a:r>
          </a:p>
          <a:p>
            <a:pPr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nl-BE" sz="22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Stabiel en krachtig</a:t>
            </a:r>
          </a:p>
          <a:p>
            <a:pPr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nl-BE" sz="22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Onafhankelijkheid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442F5C0-3371-4A45-B146-FA29BDD6F45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nl-BE" sz="22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Nadelen</a:t>
            </a:r>
          </a:p>
          <a:p>
            <a:pPr>
              <a:buClr>
                <a:srgbClr val="00B0F0"/>
              </a:buClr>
            </a:pPr>
            <a:r>
              <a:rPr lang="nl-BE" sz="22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lay-out moeilijk en onduidelijk</a:t>
            </a:r>
          </a:p>
          <a:p>
            <a:pPr>
              <a:buClr>
                <a:srgbClr val="00B0F0"/>
              </a:buClr>
            </a:pPr>
            <a:r>
              <a:rPr lang="nl-BE" sz="22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minder mogelijkheden voor zoekmachineoptimalisatie</a:t>
            </a:r>
          </a:p>
          <a:p>
            <a:pPr>
              <a:buClr>
                <a:srgbClr val="00B0F0"/>
              </a:buClr>
            </a:pPr>
            <a:r>
              <a:rPr lang="nl-BE" sz="220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Snelheid ontwikkeling lager</a:t>
            </a:r>
            <a:endParaRPr lang="nl-BE" sz="2200" dirty="0">
              <a:solidFill>
                <a:srgbClr val="00B0F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752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Raster">
  <a:themeElements>
    <a:clrScheme name="Raster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F4B54B"/>
      </a:accent1>
      <a:accent2>
        <a:srgbClr val="A2C84E"/>
      </a:accent2>
      <a:accent3>
        <a:srgbClr val="4BC298"/>
      </a:accent3>
      <a:accent4>
        <a:srgbClr val="4CB5D3"/>
      </a:accent4>
      <a:accent5>
        <a:srgbClr val="9167E3"/>
      </a:accent5>
      <a:accent6>
        <a:srgbClr val="E05073"/>
      </a:accent6>
      <a:hlink>
        <a:srgbClr val="E19520"/>
      </a:hlink>
      <a:folHlink>
        <a:srgbClr val="E8B15D"/>
      </a:folHlink>
    </a:clrScheme>
    <a:fontScheme name="Raster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Raster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DD1DAD52-B525-46B5-8E87-60EE23581B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TM03457485[[fn=Raster]]</Template>
  <TotalTime>0</TotalTime>
  <Words>81</Words>
  <Application>Microsoft Office PowerPoint</Application>
  <PresentationFormat>Breedbeeld</PresentationFormat>
  <Paragraphs>42</Paragraphs>
  <Slides>6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Verdana</vt:lpstr>
      <vt:lpstr>Raster</vt:lpstr>
      <vt:lpstr>Content Management System</vt:lpstr>
      <vt:lpstr>Content Management System?</vt:lpstr>
      <vt:lpstr>CMS onderdelen</vt:lpstr>
      <vt:lpstr>Wordpress</vt:lpstr>
      <vt:lpstr>Drupal</vt:lpstr>
      <vt:lpstr>Joomla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 Management System</dc:title>
  <dc:creator>Alexander Bal</dc:creator>
  <cp:lastModifiedBy>Alexander Bal</cp:lastModifiedBy>
  <cp:revision>9</cp:revision>
  <dcterms:created xsi:type="dcterms:W3CDTF">2021-05-29T08:30:17Z</dcterms:created>
  <dcterms:modified xsi:type="dcterms:W3CDTF">2021-05-30T09:17:16Z</dcterms:modified>
</cp:coreProperties>
</file>